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21 SLSA L3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2026-10-02T10:36:11.615050Z | Framework ID: 21_SLSA_L3</a:t>
            </a:r>
          </a:p>
          <a:p>
            <a:r>
              <a:t>SLSA v1.0 (OpenSSF, 2023)</a:t>
            </a:r>
          </a:p>
          <a:p>
            <a:r>
              <a:t>PASS — L1: exists; L2: hosted build; L3: hardened build; source provenance tracked</a:t>
            </a:r>
          </a:p>
          <a:p>
            <a:r>
              <a:t>SLSA Level 3</a:t>
            </a:r>
          </a:p>
          <a:p>
            <a:r>
              <a:t>SingleBinary.generate_build_manifest() with SHA3-256 source hash satisfies SLSA L3 build provenance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